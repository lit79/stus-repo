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037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uk-UA" dirty="0" err="1" smtClean="0"/>
              <a:t>Землянухін</a:t>
            </a:r>
            <a:r>
              <a:rPr lang="uk-UA" dirty="0" smtClean="0"/>
              <a:t> Єгор</a:t>
            </a:r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ÐÐ¾Ð²âÑÐ·Ð°Ð½Ðµ Ð·Ð¾Ð±ÑÐ°Ð¶ÐµÐ½Ð½Ñ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500042"/>
            <a:ext cx="8351237" cy="57864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Ð ÐµÐ·ÑÐ»ÑÑÐ°Ñ Ð¿Ð¾ÑÑÐºÑ Ð·Ð¾Ð±ÑÐ°Ð¶ÐµÐ½Ñ Ð·Ð° Ð·Ð°Ð¿Ð¸ÑÐ¾Ð¼ &quot;Ð½Ð°Ð´Ð²ÐµÑÑÑ'Ñ Ð½Ð° Ð¾Ð±ÑÑÑ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357166"/>
            <a:ext cx="8132655" cy="60722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Ð ÐµÐ·ÑÐ»ÑÑÐ°Ñ Ð¿Ð¾ÑÑÐºÑ Ð·Ð¾Ð±ÑÐ°Ð¶ÐµÐ½Ñ Ð·Ð° Ð·Ð°Ð¿Ð¸ÑÐ¾Ð¼ &quot;Ð¿ÑÑÐ¸ ÑÑÐ¾Ð´ÑÑÐ¸Ðµ Ð² Ð³Ð¾ÑÐ¸Ð·Ð¾Ð½Ñ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14290"/>
            <a:ext cx="8429684" cy="60007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AutoShape 4" descr="Ð ÐµÐ·ÑÐ»ÑÑÐ°Ñ Ð¿Ð¾ÑÑÐºÑ Ð·Ð¾Ð±ÑÐ°Ð¶ÐµÐ½Ñ Ð·Ð° Ð·Ð°Ð¿Ð¸ÑÐ¾Ð¼ &quot;ÑÐ¸Ð·Ñ Ð´Ð¾ÑÐ¾Ð³Ð¸ Ñ Ð¼Ð³Ð»Ñ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078" name="AutoShape 6" descr="Ð ÐµÐ·ÑÐ»ÑÑÐ°Ñ Ð¿Ð¾ÑÑÐºÑ Ð·Ð¾Ð±ÑÐ°Ð¶ÐµÐ½Ñ Ð·Ð° Ð·Ð°Ð¿Ð¸ÑÐ¾Ð¼ &quot;ÑÐ¸Ð·Ñ Ð´Ð¾ÑÐ¾Ð³Ð¸ Ñ Ð¼Ð³Ð»Ñ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080" name="AutoShape 8" descr="Ð ÐµÐ·ÑÐ»ÑÑÐ°Ñ Ð¿Ð¾ÑÑÐºÑ Ð·Ð¾Ð±ÑÐ°Ð¶ÐµÐ½Ñ Ð·Ð° Ð·Ð°Ð¿Ð¸ÑÐ¾Ð¼ &quot;ÑÐ¸Ð·Ñ Ð´Ð¾ÑÐ¾Ð³Ð¸ Ñ Ð¼Ð³Ð»Ñ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6" name="Рисунок 5" descr="завантаження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158" y="428604"/>
            <a:ext cx="8286808" cy="5786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Ð ÐµÐ·ÑÐ»ÑÑÐ°Ñ Ð¿Ð¾ÑÑÐºÑ Ð·Ð¾Ð±ÑÐ°Ð¶ÐµÐ½Ñ Ð·Ð° Ð·Ð°Ð¿Ð¸ÑÐ¾Ð¼ &quot;ÑÐ²Ð¸Ð»Ñ Ð¾Ð±Ð¾Ñ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500042"/>
            <a:ext cx="8561350" cy="57150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28604"/>
            <a:ext cx="7725242" cy="57864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ÐÐ°ÑÑÐ¸Ð½ÐºÐ¸ Ð¿Ð¾ Ð·Ð°Ð¿ÑÐ¾ÑÑ ÑÑÑÐ¹ÑÐµ Ð²ÐµÑÐ¾ÑÐ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85728"/>
            <a:ext cx="7715304" cy="62151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334305"/>
            <a:ext cx="8572560" cy="6095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428604"/>
            <a:ext cx="8072494" cy="57329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</Words>
  <Application>Microsoft Office PowerPoint</Application>
  <PresentationFormat>Экран (4:3)</PresentationFormat>
  <Paragraphs>1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Администратор</dc:creator>
  <cp:lastModifiedBy>Пользователь Windows</cp:lastModifiedBy>
  <cp:revision>12</cp:revision>
  <dcterms:created xsi:type="dcterms:W3CDTF">2018-11-20T20:33:03Z</dcterms:created>
  <dcterms:modified xsi:type="dcterms:W3CDTF">2018-11-20T22:25:36Z</dcterms:modified>
</cp:coreProperties>
</file>