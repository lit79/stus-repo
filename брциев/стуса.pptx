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8A604-BFFA-4446-BE5B-016503FB0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2317D9-46AC-7745-AC69-9DE374D4D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FF2C41-A844-CC4E-B58D-354EDF1A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58B5C1-7C42-1443-AF7A-F04031F9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F9FE13-F5B9-744D-97FD-6CA85B3C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23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2B110-CAAD-EE4C-8667-5FBD2137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C36312-723E-7748-8161-4E6E49922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40E6A2-0FC3-544C-B6B2-4BFF3904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97EFB1-36A6-6847-8C3E-BE92FD8D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87514-AA26-D142-997E-37C6772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4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FEDF8-DDE3-354C-AA05-6AC1062C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95934B-0DBB-F844-A732-E5AEC611B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37E2EB-C4FC-F14C-A110-B98C573E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EBED2-E83B-1C4A-A9AC-856159FA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50A371-3CA0-774D-945D-A4B3C8D9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1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27FD1-A81B-8145-A2C8-A5A7B17C1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A7D3E-EBC6-354C-8BF6-EF7F41A74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E688CB-5881-1D4B-9ED1-9506DCFCB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0EC2FE-0C8B-5A44-AAFC-19593C49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FF822E-A11C-0749-8758-BF197812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6A18F3-373F-1E4A-B091-5468BB4CA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61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0F47D-0739-A145-9784-3D83BEA3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50745D-509C-7542-A992-C197A2E1F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E98071-38CE-9047-8696-32B2FA20F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1CF816-EC9B-EC45-8B76-965E4AB12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1DF8CF2-39B5-CD40-8EFC-A735B53CA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004BA6-6E20-7A4F-98B2-8800AC93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E12883-C4BC-6E44-A4F8-D6F65EDF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F5A490F-49F0-7A45-B0B8-FF94F19C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08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2BAC5-765C-FD43-8EF8-C2D3A651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A02F2D-D6CD-8444-A8D9-CE826FE2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7528D7-51B2-C545-8B99-858DB613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1448C5-AFF7-6246-B8FF-8D2DFF08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78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B312B1-CA82-AC48-997B-6A4DF43C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409F215-9B6F-A743-AE6E-CC3773E7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AFE3AE-729E-E941-82D1-40C3E0D9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295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57FD4-C8FE-6248-B625-85BB751B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50E78-40ED-C641-A2DF-9AE316B09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796C2C-1FE0-3F45-8340-93527C6B6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9AC816-DF89-9F4A-9191-D0FF7187E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B7E362-E0B6-8D45-9F77-0CE86C5C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A500FD-EE20-2B49-B2F6-18ABD8CB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48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DF8BA-47E5-1141-A6C0-6605233E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1E018C-7B2B-7D4A-AD9B-E1DF89F79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3FD2A-40FF-2949-9C25-80CF40E81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2F67E7-9E96-BC41-83CA-F2BB7C6E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836B86-B799-0241-9709-FF4D54F5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25EA07-A872-024E-B0BC-39C2437F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69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82C57-A79B-8C47-BFF4-4BC27A320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086921-8F44-E643-9BB7-639FD288E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D8CF18-43A9-414F-A383-ACAF6DB5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BC2F1F-51BA-9741-A85E-4DD0F453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3616E3-C429-7A4A-8325-B904FE25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43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E8644A7-9218-2647-A9DD-13F109414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8867162-DFA9-474B-9004-20439A077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A608BD-E51E-BC4E-A34B-57E1F35A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23E17B-EC8A-CA4B-9D3E-FDD6DB27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571AC6-0E88-684F-BF5C-291FC7CCC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3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3C467-5373-374A-AEE0-A98AF3EE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4F6FF9-8F1B-D341-B45A-73BD7C4FA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392DCB-4BF7-2449-B2DE-6F8D67118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F04D8-3CEE-6A42-B1F9-C0905B8960EB}" type="datetimeFigureOut">
              <a:rPr lang="ru-RU" smtClean="0"/>
              <a:t>21.11.2018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AEC53A-A0C4-7945-9DE7-73A9174E3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0B24A-BD58-9347-B0A6-A35AEFE04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649FB-99F7-674C-A20C-EA082A265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14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23BE40F8-8E54-FD4A-AC23-8B1D9037D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366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revision>2</cp:revision>
  <dcterms:modified xsi:type="dcterms:W3CDTF">2018-11-21T10:50:18Z</dcterms:modified>
</cp:coreProperties>
</file>