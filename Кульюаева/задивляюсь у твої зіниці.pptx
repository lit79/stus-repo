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59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10853-E836-450A-8AD4-E36E309FE3E5}" type="datetimeFigureOut">
              <a:rPr lang="ru-RU" smtClean="0"/>
              <a:pPr/>
              <a:t>20.11.2018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33875-3217-4422-937B-262CED7CCD7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sad-8211-ukrayino-p-8217-yu-tvoy-470x35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476672"/>
            <a:ext cx="7704856" cy="5737659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52_mai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908720"/>
            <a:ext cx="7867342" cy="4945186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8b63bbefd9a083d3ee37738cb106a95b_600x100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27584" y="908720"/>
            <a:ext cx="7560840" cy="505316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dYD44AgTNWAaFXVWhCkAXefg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980728"/>
            <a:ext cx="8064897" cy="5184576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1051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512" y="764704"/>
            <a:ext cx="8693547" cy="543346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Содержимое 3" descr="ful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476672"/>
            <a:ext cx="7632848" cy="5693692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Содержимое 3" descr="maxresdefaul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052736"/>
            <a:ext cx="8046156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Экран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Maryana</dc:creator>
  <cp:lastModifiedBy>Maryana</cp:lastModifiedBy>
  <cp:revision>3</cp:revision>
  <dcterms:created xsi:type="dcterms:W3CDTF">2018-11-20T16:21:53Z</dcterms:created>
  <dcterms:modified xsi:type="dcterms:W3CDTF">2018-11-20T16:52:24Z</dcterms:modified>
</cp:coreProperties>
</file>